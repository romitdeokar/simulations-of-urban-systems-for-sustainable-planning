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8D422-5404-88DF-E3D6-8A2F4ADD23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A945C-7DB7-4A95-68F7-0338DC5CCE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C5A53-904C-189B-83F2-89A31CAA8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CEEF-2FF5-4165-BF3F-C268739B0BC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0EBB2-63C6-6D87-E17D-25BC8400F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3C5E9-AB6D-C842-4038-C19DED283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E393-1329-4CEF-AE9C-69119F5DD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942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394E1-3AF5-B817-47CB-62ED81DD6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17E85-AF98-5BC0-DA97-DA04201B5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6E272-E637-479E-A4C6-D1871B9CA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CEEF-2FF5-4165-BF3F-C268739B0BC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3AC93-13A0-E693-9018-3D51C546E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72068-AC22-0F9A-7DD8-866196670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E393-1329-4CEF-AE9C-69119F5DD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992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44183-5FF9-5CBC-F4FC-76F9A5F7A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5AB713-F8E9-8BCA-A1A5-B2A89F890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C0D96-E11C-5B0E-A4D7-379875DC6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CEEF-2FF5-4165-BF3F-C268739B0BC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C6C91-3AF7-E99F-C308-8551377D1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C7CD3-F109-15A1-7674-11195392D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E393-1329-4CEF-AE9C-69119F5DD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67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70317-EC5C-E4F3-6242-13941E84F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06CB2-AF1A-7E14-A9BD-D8B1F4431B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E4FF3F-8C99-FC10-AEEB-2C3B355EF5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6CEAD-B939-3879-AFA6-B0749D885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CEEF-2FF5-4165-BF3F-C268739B0BC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58143-FCCC-6D20-21FD-DED70C912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965AF-9743-8E90-9ED7-52E8A33E6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E393-1329-4CEF-AE9C-69119F5DD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631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D0445-2B2A-49C9-213E-8BF453B1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138D26-2897-65FE-8ADE-7F204025A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A63F3-05C5-A081-EE75-1126940BA5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112D19-F551-8612-E50C-5FCE68525C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3C925F-9658-29EB-9AB8-3D47DB5C64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83C0D4-676F-28CE-41BF-0004791C2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CEEF-2FF5-4165-BF3F-C268739B0BC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19F876-AE28-2C49-8DA1-5C7FC0435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3235A8-B50D-0E34-95E1-B6E78BBC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E393-1329-4CEF-AE9C-69119F5DD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628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B65C5-6707-6A03-FDC3-BE7B01620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0774F0-0075-8AAC-554F-0977E1ECF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CEEF-2FF5-4165-BF3F-C268739B0BC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2910CD-DF38-0416-E78A-235D1FC42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D29E75-B63C-D8A4-1772-C84CA7FDB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E393-1329-4CEF-AE9C-69119F5DD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70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ABC5F9-BDDD-C3B1-FB01-8855528C8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CEEF-2FF5-4165-BF3F-C268739B0BC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756569-7F89-B3C1-63FB-C54A23922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94DB00-7566-21AE-D76F-FB29D74F4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E393-1329-4CEF-AE9C-69119F5DD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327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76367-19AE-9277-26E4-97EA09603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E5D60-1452-5B90-7932-D4400B698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C24ED9-4631-7269-16BF-54FAC03414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3D9388-86D9-FF90-6E0A-8A37B6167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CEEF-2FF5-4165-BF3F-C268739B0BC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BE8E3A-F232-C10A-1715-0F6A6C4EA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D3DE1A-C739-D52E-495F-73D406055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E393-1329-4CEF-AE9C-69119F5DD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636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0E87F-5391-02CC-2865-95E989926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8B9777-0FEB-CF98-C6C9-BE23211CA6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11A06-15CB-1E92-EEF1-7A04E699E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33423-3DAB-69C0-0D44-FA3C3D1E8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CEEF-2FF5-4165-BF3F-C268739B0BC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950D8E-0CE8-BBB5-491E-334F3CADA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4ECF3-6A6C-CE10-0C26-ED405076B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E393-1329-4CEF-AE9C-69119F5DD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39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C0977-155C-1DE2-3763-43D27F345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8E0756-F818-648E-1166-3F55F39D8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43E55-3E35-B6A7-63D6-358125CEB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CEEF-2FF5-4165-BF3F-C268739B0BC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D7ED6-9F51-1EEA-4D86-DA4D65F20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3CF24-86B1-3D8A-008D-AF87D53B6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E393-1329-4CEF-AE9C-69119F5DD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827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D9AFA3-23A7-B8D0-4F38-63C5FB0E76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2925D8-E2F9-9EED-75BD-7A9FAEA994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16FA2-F594-9EC2-60C1-B56893FF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CEEF-2FF5-4165-BF3F-C268739B0BC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6CE2F-3C29-62EC-A4BD-A0DE2C36D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992C8-C4E4-9FCC-4266-3B0A95344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2E393-1329-4CEF-AE9C-69119F5DD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257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9E3115-8D83-1469-E995-0BA1DE7E5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7948C-A93A-5691-05BF-28A91F8DB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D6787-09F4-5541-5B79-23E21AB14E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5CEEF-2FF5-4165-BF3F-C268739B0BC9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CBD6C-13FA-32F8-272D-75201A5724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4C6C3-EEF4-9181-AB42-FFDD283055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2E393-1329-4CEF-AE9C-69119F5DD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5855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0BCAF4-C50A-E9E0-7269-77E3FC7F8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00"/>
            <a:ext cx="12192000" cy="68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996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B82CEE-880A-1FC2-2C2E-B7A881199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122"/>
            <a:ext cx="12192000" cy="6799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626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7D141F-0AEF-9439-82F5-EB208FF23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184"/>
            <a:ext cx="12192000" cy="678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735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7C26DF-4995-FA9D-9825-51E71AF0B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315"/>
            <a:ext cx="12192000" cy="6711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433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2CC8A4-E144-190A-D390-AF7755DF2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949"/>
            <a:ext cx="12192000" cy="678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411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2E2C1A-CD89-6B8F-0EA6-9A0A55502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48"/>
            <a:ext cx="12192000" cy="684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529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E96886-17F7-9BBE-EC27-A4C14D3E0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966"/>
            <a:ext cx="12192000" cy="679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106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0914D2-E3F3-8ACE-B897-7ED91EB0D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930"/>
            <a:ext cx="12192000" cy="676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19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ROMIT DEOKAR (RA2411003010615)</dc:creator>
  <cp:lastModifiedBy>ROMIT DEOKAR (RA2411003010615)</cp:lastModifiedBy>
  <cp:revision>1</cp:revision>
  <dcterms:created xsi:type="dcterms:W3CDTF">2026-08-27T16:29:33Z</dcterms:created>
  <dcterms:modified xsi:type="dcterms:W3CDTF">2026-10-07T04:51:43Z</dcterms:modified>
</cp:coreProperties>
</file>